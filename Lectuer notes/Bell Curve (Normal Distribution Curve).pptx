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D75A2-D86C-4EB1-8262-A8E89440F86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86A2-403C-4E32-B930-1DAFC828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045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D75A2-D86C-4EB1-8262-A8E89440F86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86A2-403C-4E32-B930-1DAFC828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469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D75A2-D86C-4EB1-8262-A8E89440F86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86A2-403C-4E32-B930-1DAFC828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056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D75A2-D86C-4EB1-8262-A8E89440F86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86A2-403C-4E32-B930-1DAFC828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722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D75A2-D86C-4EB1-8262-A8E89440F86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86A2-403C-4E32-B930-1DAFC828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547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D75A2-D86C-4EB1-8262-A8E89440F86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86A2-403C-4E32-B930-1DAFC828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11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D75A2-D86C-4EB1-8262-A8E89440F86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86A2-403C-4E32-B930-1DAFC828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194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D75A2-D86C-4EB1-8262-A8E89440F86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86A2-403C-4E32-B930-1DAFC828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194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D75A2-D86C-4EB1-8262-A8E89440F86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86A2-403C-4E32-B930-1DAFC828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962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D75A2-D86C-4EB1-8262-A8E89440F86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86A2-403C-4E32-B930-1DAFC828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126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D75A2-D86C-4EB1-8262-A8E89440F86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86A2-403C-4E32-B930-1DAFC8286F9C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003532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D75A2-D86C-4EB1-8262-A8E89440F86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86A2-403C-4E32-B930-1DAFC828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9978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D75A2-D86C-4EB1-8262-A8E89440F86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86A2-403C-4E32-B930-1DAFC8286F9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46065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D75A2-D86C-4EB1-8262-A8E89440F86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86A2-403C-4E32-B930-1DAFC828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617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D75A2-D86C-4EB1-8262-A8E89440F86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86A2-403C-4E32-B930-1DAFC828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1608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D75A2-D86C-4EB1-8262-A8E89440F86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86A2-403C-4E32-B930-1DAFC828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228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7D75A2-D86C-4EB1-8262-A8E89440F86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66986A2-403C-4E32-B930-1DAFC828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466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4398C-8488-4372-8E04-02947162B8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Bell Curve (Normal Distribution Curve)</a:t>
            </a:r>
          </a:p>
        </p:txBody>
      </p:sp>
    </p:spTree>
    <p:extLst>
      <p:ext uri="{BB962C8B-B14F-4D97-AF65-F5344CB8AC3E}">
        <p14:creationId xmlns:p14="http://schemas.microsoft.com/office/powerpoint/2010/main" val="546225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B4D43-098F-43A2-887B-6B797B557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 Bell Curve?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54123-3EC4-48FF-86C8-316EC9CE6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bell curve is the graphical representation of a normal distribution.</a:t>
            </a:r>
          </a:p>
          <a:p>
            <a:r>
              <a:rPr lang="en-US" dirty="0"/>
              <a:t>Characteristics:</a:t>
            </a:r>
          </a:p>
          <a:p>
            <a:r>
              <a:rPr lang="en-US" dirty="0"/>
              <a:t>Symmetrical </a:t>
            </a:r>
          </a:p>
          <a:p>
            <a:r>
              <a:rPr lang="en-US" dirty="0"/>
              <a:t>Highest point at the mean </a:t>
            </a:r>
          </a:p>
          <a:p>
            <a:r>
              <a:rPr lang="en-US" dirty="0"/>
              <a:t>Mean = Median = Mode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079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BC8A7-D0E0-4F5E-A8F3-3940BAD6D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Purpose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71EC2-723D-4CA3-8488-4D7E4ABE0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visualize the theoretical normal distribution.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When to Use</a:t>
            </a:r>
          </a:p>
          <a:p>
            <a:r>
              <a:rPr lang="en-US" dirty="0"/>
              <a:t>Checking assumptions for statistical tests. </a:t>
            </a:r>
          </a:p>
          <a:p>
            <a:r>
              <a:rPr lang="en-US" dirty="0"/>
              <a:t>Comparing sample data with a normal distribution.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847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6CBCA-43BC-4217-AFB9-46919BAC7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Advantages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1914B-A45C-4456-92D9-9AEFE0F18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statistical techniques assume normality, including:</a:t>
            </a:r>
          </a:p>
          <a:p>
            <a:r>
              <a:rPr lang="en-US" dirty="0"/>
              <a:t>t-test </a:t>
            </a:r>
          </a:p>
          <a:p>
            <a:r>
              <a:rPr lang="en-US" dirty="0"/>
              <a:t>ANOVA </a:t>
            </a:r>
          </a:p>
          <a:p>
            <a:r>
              <a:rPr lang="en-US" dirty="0"/>
              <a:t>Linear regression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25292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79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Trebuchet MS</vt:lpstr>
      <vt:lpstr>Wingdings 3</vt:lpstr>
      <vt:lpstr>Facet</vt:lpstr>
      <vt:lpstr>Bell Curve (Normal Distribution Curve)</vt:lpstr>
      <vt:lpstr>What is a Bell Curve? </vt:lpstr>
      <vt:lpstr>Purpose </vt:lpstr>
      <vt:lpstr>Advantages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Bell Curve (Normal Distribution Curve)</dc:title>
  <dc:creator>Dileepa Hewapaula</dc:creator>
  <cp:lastModifiedBy>Dileepa Hewapaula</cp:lastModifiedBy>
  <cp:revision>1</cp:revision>
  <dcterms:created xsi:type="dcterms:W3CDTF">2026-07-02T09:59:25Z</dcterms:created>
  <dcterms:modified xsi:type="dcterms:W3CDTF">2026-07-02T10:00:05Z</dcterms:modified>
</cp:coreProperties>
</file>